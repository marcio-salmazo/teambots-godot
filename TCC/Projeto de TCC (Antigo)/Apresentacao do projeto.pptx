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60" r:id="rId6"/>
    <p:sldId id="261" r:id="rId7"/>
    <p:sldId id="263" r:id="rId8"/>
    <p:sldId id="267" r:id="rId9"/>
    <p:sldId id="275" r:id="rId10"/>
    <p:sldId id="268" r:id="rId11"/>
    <p:sldId id="269" r:id="rId12"/>
    <p:sldId id="278" r:id="rId13"/>
    <p:sldId id="277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99660-C8B9-454B-AB25-62AE7CA87AE6}" v="482" dt="2023-06-21T13:54:29.285"/>
    <p1510:client id="{31F978E7-EDA4-4DAA-BE61-9B7F8A7E1027}" v="226" dt="2023-06-21T19:55:03.336"/>
    <p1510:client id="{987E5DB5-EC90-463F-8446-D2CD882A9F7B}" v="46" dt="2023-06-21T12:44:47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io Salmazo" userId="d3d2824c0cc732cd" providerId="Windows Live" clId="Web-{987E5DB5-EC90-463F-8446-D2CD882A9F7B}"/>
    <pc:docChg chg="modSld">
      <pc:chgData name="Marcio Salmazo" userId="d3d2824c0cc732cd" providerId="Windows Live" clId="Web-{987E5DB5-EC90-463F-8446-D2CD882A9F7B}" dt="2023-06-21T12:44:47.047" v="30" actId="20577"/>
      <pc:docMkLst>
        <pc:docMk/>
      </pc:docMkLst>
      <pc:sldChg chg="modSp">
        <pc:chgData name="Marcio Salmazo" userId="d3d2824c0cc732cd" providerId="Windows Live" clId="Web-{987E5DB5-EC90-463F-8446-D2CD882A9F7B}" dt="2023-06-21T12:42:24.310" v="20" actId="1076"/>
        <pc:sldMkLst>
          <pc:docMk/>
          <pc:sldMk cId="0" sldId="257"/>
        </pc:sldMkLst>
        <pc:spChg chg="mod">
          <ac:chgData name="Marcio Salmazo" userId="d3d2824c0cc732cd" providerId="Windows Live" clId="Web-{987E5DB5-EC90-463F-8446-D2CD882A9F7B}" dt="2023-06-21T12:42:24.310" v="20" actId="1076"/>
          <ac:spMkLst>
            <pc:docMk/>
            <pc:sldMk cId="0" sldId="257"/>
            <ac:spMk id="95" creationId="{00000000-0000-0000-0000-000000000000}"/>
          </ac:spMkLst>
        </pc:spChg>
      </pc:sldChg>
      <pc:sldChg chg="modSp">
        <pc:chgData name="Marcio Salmazo" userId="d3d2824c0cc732cd" providerId="Windows Live" clId="Web-{987E5DB5-EC90-463F-8446-D2CD882A9F7B}" dt="2023-06-21T12:41:30.543" v="0" actId="14100"/>
        <pc:sldMkLst>
          <pc:docMk/>
          <pc:sldMk cId="0" sldId="259"/>
        </pc:sldMkLst>
        <pc:picChg chg="mod">
          <ac:chgData name="Marcio Salmazo" userId="d3d2824c0cc732cd" providerId="Windows Live" clId="Web-{987E5DB5-EC90-463F-8446-D2CD882A9F7B}" dt="2023-06-21T12:41:30.543" v="0" actId="14100"/>
          <ac:picMkLst>
            <pc:docMk/>
            <pc:sldMk cId="0" sldId="259"/>
            <ac:picMk id="106" creationId="{00000000-0000-0000-0000-000000000000}"/>
          </ac:picMkLst>
        </pc:picChg>
      </pc:sldChg>
      <pc:sldChg chg="modSp">
        <pc:chgData name="Marcio Salmazo" userId="d3d2824c0cc732cd" providerId="Windows Live" clId="Web-{987E5DB5-EC90-463F-8446-D2CD882A9F7B}" dt="2023-06-21T12:44:08.672" v="23" actId="20577"/>
        <pc:sldMkLst>
          <pc:docMk/>
          <pc:sldMk cId="0" sldId="262"/>
        </pc:sldMkLst>
        <pc:spChg chg="mod">
          <ac:chgData name="Marcio Salmazo" userId="d3d2824c0cc732cd" providerId="Windows Live" clId="Web-{987E5DB5-EC90-463F-8446-D2CD882A9F7B}" dt="2023-06-21T12:44:08.672" v="23" actId="20577"/>
          <ac:spMkLst>
            <pc:docMk/>
            <pc:sldMk cId="0" sldId="262"/>
            <ac:spMk id="117" creationId="{00000000-0000-0000-0000-000000000000}"/>
          </ac:spMkLst>
        </pc:spChg>
      </pc:sldChg>
      <pc:sldChg chg="modSp">
        <pc:chgData name="Marcio Salmazo" userId="d3d2824c0cc732cd" providerId="Windows Live" clId="Web-{987E5DB5-EC90-463F-8446-D2CD882A9F7B}" dt="2023-06-21T12:44:02.937" v="22" actId="20577"/>
        <pc:sldMkLst>
          <pc:docMk/>
          <pc:sldMk cId="0" sldId="263"/>
        </pc:sldMkLst>
        <pc:spChg chg="mod">
          <ac:chgData name="Marcio Salmazo" userId="d3d2824c0cc732cd" providerId="Windows Live" clId="Web-{987E5DB5-EC90-463F-8446-D2CD882A9F7B}" dt="2023-06-21T12:44:02.937" v="22" actId="20577"/>
          <ac:spMkLst>
            <pc:docMk/>
            <pc:sldMk cId="0" sldId="263"/>
            <ac:spMk id="121" creationId="{00000000-0000-0000-0000-000000000000}"/>
          </ac:spMkLst>
        </pc:spChg>
      </pc:sldChg>
      <pc:sldChg chg="modSp">
        <pc:chgData name="Marcio Salmazo" userId="d3d2824c0cc732cd" providerId="Windows Live" clId="Web-{987E5DB5-EC90-463F-8446-D2CD882A9F7B}" dt="2023-06-21T12:44:31.266" v="25" actId="20577"/>
        <pc:sldMkLst>
          <pc:docMk/>
          <pc:sldMk cId="0" sldId="264"/>
        </pc:sldMkLst>
        <pc:spChg chg="mod">
          <ac:chgData name="Marcio Salmazo" userId="d3d2824c0cc732cd" providerId="Windows Live" clId="Web-{987E5DB5-EC90-463F-8446-D2CD882A9F7B}" dt="2023-06-21T12:44:31.266" v="25" actId="20577"/>
          <ac:spMkLst>
            <pc:docMk/>
            <pc:sldMk cId="0" sldId="264"/>
            <ac:spMk id="125" creationId="{00000000-0000-0000-0000-000000000000}"/>
          </ac:spMkLst>
        </pc:spChg>
      </pc:sldChg>
      <pc:sldChg chg="modSp">
        <pc:chgData name="Marcio Salmazo" userId="d3d2824c0cc732cd" providerId="Windows Live" clId="Web-{987E5DB5-EC90-463F-8446-D2CD882A9F7B}" dt="2023-06-21T12:44:36.953" v="27" actId="20577"/>
        <pc:sldMkLst>
          <pc:docMk/>
          <pc:sldMk cId="0" sldId="265"/>
        </pc:sldMkLst>
        <pc:spChg chg="mod">
          <ac:chgData name="Marcio Salmazo" userId="d3d2824c0cc732cd" providerId="Windows Live" clId="Web-{987E5DB5-EC90-463F-8446-D2CD882A9F7B}" dt="2023-06-21T12:44:36.953" v="27" actId="20577"/>
          <ac:spMkLst>
            <pc:docMk/>
            <pc:sldMk cId="0" sldId="265"/>
            <ac:spMk id="129" creationId="{00000000-0000-0000-0000-000000000000}"/>
          </ac:spMkLst>
        </pc:spChg>
      </pc:sldChg>
      <pc:sldChg chg="modSp">
        <pc:chgData name="Marcio Salmazo" userId="d3d2824c0cc732cd" providerId="Windows Live" clId="Web-{987E5DB5-EC90-463F-8446-D2CD882A9F7B}" dt="2023-06-21T12:44:43.047" v="29" actId="20577"/>
        <pc:sldMkLst>
          <pc:docMk/>
          <pc:sldMk cId="0" sldId="266"/>
        </pc:sldMkLst>
        <pc:spChg chg="mod">
          <ac:chgData name="Marcio Salmazo" userId="d3d2824c0cc732cd" providerId="Windows Live" clId="Web-{987E5DB5-EC90-463F-8446-D2CD882A9F7B}" dt="2023-06-21T12:44:43.047" v="29" actId="20577"/>
          <ac:spMkLst>
            <pc:docMk/>
            <pc:sldMk cId="0" sldId="266"/>
            <ac:spMk id="133" creationId="{00000000-0000-0000-0000-000000000000}"/>
          </ac:spMkLst>
        </pc:spChg>
      </pc:sldChg>
      <pc:sldChg chg="modSp">
        <pc:chgData name="Marcio Salmazo" userId="d3d2824c0cc732cd" providerId="Windows Live" clId="Web-{987E5DB5-EC90-463F-8446-D2CD882A9F7B}" dt="2023-06-21T12:44:47.047" v="30" actId="20577"/>
        <pc:sldMkLst>
          <pc:docMk/>
          <pc:sldMk cId="0" sldId="267"/>
        </pc:sldMkLst>
        <pc:spChg chg="mod">
          <ac:chgData name="Marcio Salmazo" userId="d3d2824c0cc732cd" providerId="Windows Live" clId="Web-{987E5DB5-EC90-463F-8446-D2CD882A9F7B}" dt="2023-06-21T12:44:47.047" v="30" actId="20577"/>
          <ac:spMkLst>
            <pc:docMk/>
            <pc:sldMk cId="0" sldId="267"/>
            <ac:spMk id="137" creationId="{00000000-0000-0000-0000-000000000000}"/>
          </ac:spMkLst>
        </pc:spChg>
      </pc:sldChg>
    </pc:docChg>
  </pc:docChgLst>
  <pc:docChgLst>
    <pc:chgData name="Marcio Salmazo" userId="d3d2824c0cc732cd" providerId="Windows Live" clId="Web-{03E99660-C8B9-454B-AB25-62AE7CA87AE6}"/>
    <pc:docChg chg="addSld delSld modSld sldOrd">
      <pc:chgData name="Marcio Salmazo" userId="d3d2824c0cc732cd" providerId="Windows Live" clId="Web-{03E99660-C8B9-454B-AB25-62AE7CA87AE6}" dt="2023-06-21T13:54:08.175" v="459" actId="1076"/>
      <pc:docMkLst>
        <pc:docMk/>
      </pc:docMkLst>
      <pc:sldChg chg="modSp">
        <pc:chgData name="Marcio Salmazo" userId="d3d2824c0cc732cd" providerId="Windows Live" clId="Web-{03E99660-C8B9-454B-AB25-62AE7CA87AE6}" dt="2023-06-21T13:21:35.711" v="122" actId="20577"/>
        <pc:sldMkLst>
          <pc:docMk/>
          <pc:sldMk cId="0" sldId="258"/>
        </pc:sldMkLst>
        <pc:spChg chg="mod">
          <ac:chgData name="Marcio Salmazo" userId="d3d2824c0cc732cd" providerId="Windows Live" clId="Web-{03E99660-C8B9-454B-AB25-62AE7CA87AE6}" dt="2023-06-21T13:21:35.711" v="122" actId="20577"/>
          <ac:spMkLst>
            <pc:docMk/>
            <pc:sldMk cId="0" sldId="258"/>
            <ac:spMk id="97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21:48.102" v="126" actId="20577"/>
        <pc:sldMkLst>
          <pc:docMk/>
          <pc:sldMk cId="0" sldId="259"/>
        </pc:sldMkLst>
        <pc:spChg chg="mod">
          <ac:chgData name="Marcio Salmazo" userId="d3d2824c0cc732cd" providerId="Windows Live" clId="Web-{03E99660-C8B9-454B-AB25-62AE7CA87AE6}" dt="2023-06-21T13:21:48.102" v="126" actId="20577"/>
          <ac:spMkLst>
            <pc:docMk/>
            <pc:sldMk cId="0" sldId="259"/>
            <ac:spMk id="103" creationId="{00000000-0000-0000-0000-000000000000}"/>
          </ac:spMkLst>
        </pc:spChg>
        <pc:spChg chg="mod">
          <ac:chgData name="Marcio Salmazo" userId="d3d2824c0cc732cd" providerId="Windows Live" clId="Web-{03E99660-C8B9-454B-AB25-62AE7CA87AE6}" dt="2023-06-21T13:21:42.320" v="124" actId="20577"/>
          <ac:spMkLst>
            <pc:docMk/>
            <pc:sldMk cId="0" sldId="259"/>
            <ac:spMk id="107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22:05.212" v="129" actId="20577"/>
        <pc:sldMkLst>
          <pc:docMk/>
          <pc:sldMk cId="0" sldId="260"/>
        </pc:sldMkLst>
        <pc:spChg chg="mod">
          <ac:chgData name="Marcio Salmazo" userId="d3d2824c0cc732cd" providerId="Windows Live" clId="Web-{03E99660-C8B9-454B-AB25-62AE7CA87AE6}" dt="2023-06-21T13:22:05.212" v="129" actId="20577"/>
          <ac:spMkLst>
            <pc:docMk/>
            <pc:sldMk cId="0" sldId="260"/>
            <ac:spMk id="111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22:16.259" v="131" actId="20577"/>
        <pc:sldMkLst>
          <pc:docMk/>
          <pc:sldMk cId="0" sldId="261"/>
        </pc:sldMkLst>
        <pc:spChg chg="mod">
          <ac:chgData name="Marcio Salmazo" userId="d3d2824c0cc732cd" providerId="Windows Live" clId="Web-{03E99660-C8B9-454B-AB25-62AE7CA87AE6}" dt="2023-06-21T13:22:16.259" v="131" actId="20577"/>
          <ac:spMkLst>
            <pc:docMk/>
            <pc:sldMk cId="0" sldId="261"/>
            <ac:spMk id="113" creationId="{00000000-0000-0000-0000-000000000000}"/>
          </ac:spMkLst>
        </pc:spChg>
      </pc:sldChg>
      <pc:sldChg chg="del">
        <pc:chgData name="Marcio Salmazo" userId="d3d2824c0cc732cd" providerId="Windows Live" clId="Web-{03E99660-C8B9-454B-AB25-62AE7CA87AE6}" dt="2023-06-21T13:08:03.578" v="35"/>
        <pc:sldMkLst>
          <pc:docMk/>
          <pc:sldMk cId="0" sldId="262"/>
        </pc:sldMkLst>
      </pc:sldChg>
      <pc:sldChg chg="addSp delSp modSp">
        <pc:chgData name="Marcio Salmazo" userId="d3d2824c0cc732cd" providerId="Windows Live" clId="Web-{03E99660-C8B9-454B-AB25-62AE7CA87AE6}" dt="2023-06-21T13:14:10.964" v="97"/>
        <pc:sldMkLst>
          <pc:docMk/>
          <pc:sldMk cId="0" sldId="263"/>
        </pc:sldMkLst>
        <pc:spChg chg="mod">
          <ac:chgData name="Marcio Salmazo" userId="d3d2824c0cc732cd" providerId="Windows Live" clId="Web-{03E99660-C8B9-454B-AB25-62AE7CA87AE6}" dt="2023-06-21T13:14:03.229" v="93" actId="20577"/>
          <ac:spMkLst>
            <pc:docMk/>
            <pc:sldMk cId="0" sldId="263"/>
            <ac:spMk id="121" creationId="{00000000-0000-0000-0000-000000000000}"/>
          </ac:spMkLst>
        </pc:spChg>
        <pc:picChg chg="add del mod">
          <ac:chgData name="Marcio Salmazo" userId="d3d2824c0cc732cd" providerId="Windows Live" clId="Web-{03E99660-C8B9-454B-AB25-62AE7CA87AE6}" dt="2023-06-21T13:14:10.964" v="97"/>
          <ac:picMkLst>
            <pc:docMk/>
            <pc:sldMk cId="0" sldId="263"/>
            <ac:picMk id="2" creationId="{FA91840C-149C-B7D7-E72D-2D35F8251FD0}"/>
          </ac:picMkLst>
        </pc:picChg>
      </pc:sldChg>
      <pc:sldChg chg="addSp modSp">
        <pc:chgData name="Marcio Salmazo" userId="d3d2824c0cc732cd" providerId="Windows Live" clId="Web-{03E99660-C8B9-454B-AB25-62AE7CA87AE6}" dt="2023-06-21T13:22:51.573" v="134" actId="14100"/>
        <pc:sldMkLst>
          <pc:docMk/>
          <pc:sldMk cId="0" sldId="264"/>
        </pc:sldMkLst>
        <pc:spChg chg="mod ord">
          <ac:chgData name="Marcio Salmazo" userId="d3d2824c0cc732cd" providerId="Windows Live" clId="Web-{03E99660-C8B9-454B-AB25-62AE7CA87AE6}" dt="2023-06-21T13:22:39.275" v="133" actId="1076"/>
          <ac:spMkLst>
            <pc:docMk/>
            <pc:sldMk cId="0" sldId="264"/>
            <ac:spMk id="125" creationId="{00000000-0000-0000-0000-000000000000}"/>
          </ac:spMkLst>
        </pc:spChg>
        <pc:picChg chg="add mod">
          <ac:chgData name="Marcio Salmazo" userId="d3d2824c0cc732cd" providerId="Windows Live" clId="Web-{03E99660-C8B9-454B-AB25-62AE7CA87AE6}" dt="2023-06-21T13:22:51.573" v="134" actId="14100"/>
          <ac:picMkLst>
            <pc:docMk/>
            <pc:sldMk cId="0" sldId="264"/>
            <ac:picMk id="2" creationId="{B8FBC207-67FA-839F-E573-F7A0B3A27635}"/>
          </ac:picMkLst>
        </pc:picChg>
      </pc:sldChg>
      <pc:sldChg chg="addSp delSp modSp">
        <pc:chgData name="Marcio Salmazo" userId="d3d2824c0cc732cd" providerId="Windows Live" clId="Web-{03E99660-C8B9-454B-AB25-62AE7CA87AE6}" dt="2023-06-21T13:23:23.714" v="139" actId="1076"/>
        <pc:sldMkLst>
          <pc:docMk/>
          <pc:sldMk cId="0" sldId="265"/>
        </pc:sldMkLst>
        <pc:spChg chg="mod">
          <ac:chgData name="Marcio Salmazo" userId="d3d2824c0cc732cd" providerId="Windows Live" clId="Web-{03E99660-C8B9-454B-AB25-62AE7CA87AE6}" dt="2023-06-21T13:23:08.214" v="136" actId="20577"/>
          <ac:spMkLst>
            <pc:docMk/>
            <pc:sldMk cId="0" sldId="265"/>
            <ac:spMk id="129" creationId="{00000000-0000-0000-0000-000000000000}"/>
          </ac:spMkLst>
        </pc:spChg>
        <pc:picChg chg="add del mod">
          <ac:chgData name="Marcio Salmazo" userId="d3d2824c0cc732cd" providerId="Windows Live" clId="Web-{03E99660-C8B9-454B-AB25-62AE7CA87AE6}" dt="2023-06-21T13:19:36.301" v="110"/>
          <ac:picMkLst>
            <pc:docMk/>
            <pc:sldMk cId="0" sldId="265"/>
            <ac:picMk id="2" creationId="{F5FB46B8-B3CD-FDA5-6398-09DF1A3DE76C}"/>
          </ac:picMkLst>
        </pc:picChg>
        <pc:picChg chg="add mod">
          <ac:chgData name="Marcio Salmazo" userId="d3d2824c0cc732cd" providerId="Windows Live" clId="Web-{03E99660-C8B9-454B-AB25-62AE7CA87AE6}" dt="2023-06-21T13:23:23.714" v="139" actId="1076"/>
          <ac:picMkLst>
            <pc:docMk/>
            <pc:sldMk cId="0" sldId="265"/>
            <ac:picMk id="3" creationId="{6C472A81-4B80-A7BC-7282-0526AC35BFF2}"/>
          </ac:picMkLst>
        </pc:picChg>
      </pc:sldChg>
      <pc:sldChg chg="addSp modSp">
        <pc:chgData name="Marcio Salmazo" userId="d3d2824c0cc732cd" providerId="Windows Live" clId="Web-{03E99660-C8B9-454B-AB25-62AE7CA87AE6}" dt="2023-06-21T13:29:34.787" v="255" actId="20577"/>
        <pc:sldMkLst>
          <pc:docMk/>
          <pc:sldMk cId="0" sldId="266"/>
        </pc:sldMkLst>
        <pc:spChg chg="mod">
          <ac:chgData name="Marcio Salmazo" userId="d3d2824c0cc732cd" providerId="Windows Live" clId="Web-{03E99660-C8B9-454B-AB25-62AE7CA87AE6}" dt="2023-06-21T13:29:34.787" v="255" actId="20577"/>
          <ac:spMkLst>
            <pc:docMk/>
            <pc:sldMk cId="0" sldId="266"/>
            <ac:spMk id="133" creationId="{00000000-0000-0000-0000-000000000000}"/>
          </ac:spMkLst>
        </pc:spChg>
        <pc:picChg chg="add mod">
          <ac:chgData name="Marcio Salmazo" userId="d3d2824c0cc732cd" providerId="Windows Live" clId="Web-{03E99660-C8B9-454B-AB25-62AE7CA87AE6}" dt="2023-06-21T13:28:02.566" v="229" actId="1076"/>
          <ac:picMkLst>
            <pc:docMk/>
            <pc:sldMk cId="0" sldId="266"/>
            <ac:picMk id="2" creationId="{ABB8F3EF-95EA-C2DF-D300-1792BA882655}"/>
          </ac:picMkLst>
        </pc:picChg>
      </pc:sldChg>
      <pc:sldChg chg="modSp">
        <pc:chgData name="Marcio Salmazo" userId="d3d2824c0cc732cd" providerId="Windows Live" clId="Web-{03E99660-C8B9-454B-AB25-62AE7CA87AE6}" dt="2023-06-21T13:32:58.684" v="303" actId="20577"/>
        <pc:sldMkLst>
          <pc:docMk/>
          <pc:sldMk cId="0" sldId="267"/>
        </pc:sldMkLst>
        <pc:spChg chg="mod">
          <ac:chgData name="Marcio Salmazo" userId="d3d2824c0cc732cd" providerId="Windows Live" clId="Web-{03E99660-C8B9-454B-AB25-62AE7CA87AE6}" dt="2023-06-21T13:32:58.684" v="303" actId="20577"/>
          <ac:spMkLst>
            <pc:docMk/>
            <pc:sldMk cId="0" sldId="267"/>
            <ac:spMk id="137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34:10.186" v="310" actId="20577"/>
        <pc:sldMkLst>
          <pc:docMk/>
          <pc:sldMk cId="0" sldId="268"/>
        </pc:sldMkLst>
        <pc:spChg chg="mod">
          <ac:chgData name="Marcio Salmazo" userId="d3d2824c0cc732cd" providerId="Windows Live" clId="Web-{03E99660-C8B9-454B-AB25-62AE7CA87AE6}" dt="2023-06-21T13:34:10.186" v="310" actId="20577"/>
          <ac:spMkLst>
            <pc:docMk/>
            <pc:sldMk cId="0" sldId="268"/>
            <ac:spMk id="141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35:18.048" v="315" actId="1076"/>
        <pc:sldMkLst>
          <pc:docMk/>
          <pc:sldMk cId="0" sldId="269"/>
        </pc:sldMkLst>
        <pc:spChg chg="mod">
          <ac:chgData name="Marcio Salmazo" userId="d3d2824c0cc732cd" providerId="Windows Live" clId="Web-{03E99660-C8B9-454B-AB25-62AE7CA87AE6}" dt="2023-06-21T13:35:18.048" v="315" actId="1076"/>
          <ac:spMkLst>
            <pc:docMk/>
            <pc:sldMk cId="0" sldId="269"/>
            <ac:spMk id="145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39:23.602" v="365" actId="1076"/>
        <pc:sldMkLst>
          <pc:docMk/>
          <pc:sldMk cId="0" sldId="270"/>
        </pc:sldMkLst>
        <pc:spChg chg="mod">
          <ac:chgData name="Marcio Salmazo" userId="d3d2824c0cc732cd" providerId="Windows Live" clId="Web-{03E99660-C8B9-454B-AB25-62AE7CA87AE6}" dt="2023-06-21T13:39:23.602" v="365" actId="1076"/>
          <ac:spMkLst>
            <pc:docMk/>
            <pc:sldMk cId="0" sldId="270"/>
            <ac:spMk id="149" creationId="{00000000-0000-0000-0000-000000000000}"/>
          </ac:spMkLst>
        </pc:spChg>
      </pc:sldChg>
      <pc:sldChg chg="modSp">
        <pc:chgData name="Marcio Salmazo" userId="d3d2824c0cc732cd" providerId="Windows Live" clId="Web-{03E99660-C8B9-454B-AB25-62AE7CA87AE6}" dt="2023-06-21T13:40:10.994" v="366" actId="1076"/>
        <pc:sldMkLst>
          <pc:docMk/>
          <pc:sldMk cId="0" sldId="271"/>
        </pc:sldMkLst>
        <pc:spChg chg="mod">
          <ac:chgData name="Marcio Salmazo" userId="d3d2824c0cc732cd" providerId="Windows Live" clId="Web-{03E99660-C8B9-454B-AB25-62AE7CA87AE6}" dt="2023-06-21T13:40:10.994" v="366" actId="1076"/>
          <ac:spMkLst>
            <pc:docMk/>
            <pc:sldMk cId="0" sldId="271"/>
            <ac:spMk id="153" creationId="{00000000-0000-0000-0000-000000000000}"/>
          </ac:spMkLst>
        </pc:spChg>
      </pc:sldChg>
      <pc:sldChg chg="addSp modSp">
        <pc:chgData name="Marcio Salmazo" userId="d3d2824c0cc732cd" providerId="Windows Live" clId="Web-{03E99660-C8B9-454B-AB25-62AE7CA87AE6}" dt="2023-06-21T13:54:08.175" v="459" actId="1076"/>
        <pc:sldMkLst>
          <pc:docMk/>
          <pc:sldMk cId="0" sldId="273"/>
        </pc:sldMkLst>
        <pc:spChg chg="ord">
          <ac:chgData name="Marcio Salmazo" userId="d3d2824c0cc732cd" providerId="Windows Live" clId="Web-{03E99660-C8B9-454B-AB25-62AE7CA87AE6}" dt="2023-06-21T13:52:45.156" v="452"/>
          <ac:spMkLst>
            <pc:docMk/>
            <pc:sldMk cId="0" sldId="273"/>
            <ac:spMk id="161" creationId="{00000000-0000-0000-0000-000000000000}"/>
          </ac:spMkLst>
        </pc:spChg>
        <pc:picChg chg="add mod ord modCrop">
          <ac:chgData name="Marcio Salmazo" userId="d3d2824c0cc732cd" providerId="Windows Live" clId="Web-{03E99660-C8B9-454B-AB25-62AE7CA87AE6}" dt="2023-06-21T13:54:08.175" v="459" actId="1076"/>
          <ac:picMkLst>
            <pc:docMk/>
            <pc:sldMk cId="0" sldId="273"/>
            <ac:picMk id="2" creationId="{41BA707B-A398-77C9-AD46-9A795327F083}"/>
          </ac:picMkLst>
        </pc:picChg>
      </pc:sldChg>
      <pc:sldChg chg="addSp delSp modSp add replId">
        <pc:chgData name="Marcio Salmazo" userId="d3d2824c0cc732cd" providerId="Windows Live" clId="Web-{03E99660-C8B9-454B-AB25-62AE7CA87AE6}" dt="2023-06-21T13:43:02.186" v="393"/>
        <pc:sldMkLst>
          <pc:docMk/>
          <pc:sldMk cId="1963383678" sldId="275"/>
        </pc:sldMkLst>
        <pc:spChg chg="mod">
          <ac:chgData name="Marcio Salmazo" userId="d3d2824c0cc732cd" providerId="Windows Live" clId="Web-{03E99660-C8B9-454B-AB25-62AE7CA87AE6}" dt="2023-06-21T13:30:36.196" v="273" actId="20577"/>
          <ac:spMkLst>
            <pc:docMk/>
            <pc:sldMk cId="1963383678" sldId="275"/>
            <ac:spMk id="137" creationId="{00000000-0000-0000-0000-000000000000}"/>
          </ac:spMkLst>
        </pc:spChg>
        <pc:picChg chg="add del mod">
          <ac:chgData name="Marcio Salmazo" userId="d3d2824c0cc732cd" providerId="Windows Live" clId="Web-{03E99660-C8B9-454B-AB25-62AE7CA87AE6}" dt="2023-06-21T13:43:02.186" v="393"/>
          <ac:picMkLst>
            <pc:docMk/>
            <pc:sldMk cId="1963383678" sldId="275"/>
            <ac:picMk id="2" creationId="{90F23FA3-656C-8235-BD38-E0C884DB5C5B}"/>
          </ac:picMkLst>
        </pc:picChg>
      </pc:sldChg>
      <pc:sldChg chg="modSp add replId">
        <pc:chgData name="Marcio Salmazo" userId="d3d2824c0cc732cd" providerId="Windows Live" clId="Web-{03E99660-C8B9-454B-AB25-62AE7CA87AE6}" dt="2023-06-21T13:30:53.087" v="282" actId="20577"/>
        <pc:sldMkLst>
          <pc:docMk/>
          <pc:sldMk cId="1112272653" sldId="276"/>
        </pc:sldMkLst>
        <pc:spChg chg="mod">
          <ac:chgData name="Marcio Salmazo" userId="d3d2824c0cc732cd" providerId="Windows Live" clId="Web-{03E99660-C8B9-454B-AB25-62AE7CA87AE6}" dt="2023-06-21T13:30:53.087" v="282" actId="20577"/>
          <ac:spMkLst>
            <pc:docMk/>
            <pc:sldMk cId="1112272653" sldId="276"/>
            <ac:spMk id="137" creationId="{00000000-0000-0000-0000-000000000000}"/>
          </ac:spMkLst>
        </pc:spChg>
      </pc:sldChg>
      <pc:sldChg chg="modSp add replId">
        <pc:chgData name="Marcio Salmazo" userId="d3d2824c0cc732cd" providerId="Windows Live" clId="Web-{03E99660-C8B9-454B-AB25-62AE7CA87AE6}" dt="2023-06-21T13:37:54.115" v="364" actId="20577"/>
        <pc:sldMkLst>
          <pc:docMk/>
          <pc:sldMk cId="774935455" sldId="277"/>
        </pc:sldMkLst>
        <pc:spChg chg="mod">
          <ac:chgData name="Marcio Salmazo" userId="d3d2824c0cc732cd" providerId="Windows Live" clId="Web-{03E99660-C8B9-454B-AB25-62AE7CA87AE6}" dt="2023-06-21T13:37:54.115" v="364" actId="20577"/>
          <ac:spMkLst>
            <pc:docMk/>
            <pc:sldMk cId="774935455" sldId="277"/>
            <ac:spMk id="149" creationId="{00000000-0000-0000-0000-000000000000}"/>
          </ac:spMkLst>
        </pc:spChg>
      </pc:sldChg>
      <pc:sldChg chg="modSp add ord replId">
        <pc:chgData name="Marcio Salmazo" userId="d3d2824c0cc732cd" providerId="Windows Live" clId="Web-{03E99660-C8B9-454B-AB25-62AE7CA87AE6}" dt="2023-06-21T13:37:36.020" v="346"/>
        <pc:sldMkLst>
          <pc:docMk/>
          <pc:sldMk cId="3975681584" sldId="278"/>
        </pc:sldMkLst>
        <pc:spChg chg="mod">
          <ac:chgData name="Marcio Salmazo" userId="d3d2824c0cc732cd" providerId="Windows Live" clId="Web-{03E99660-C8B9-454B-AB25-62AE7CA87AE6}" dt="2023-06-21T13:37:30.067" v="345" actId="20577"/>
          <ac:spMkLst>
            <pc:docMk/>
            <pc:sldMk cId="3975681584" sldId="278"/>
            <ac:spMk id="149" creationId="{00000000-0000-0000-0000-000000000000}"/>
          </ac:spMkLst>
        </pc:spChg>
      </pc:sldChg>
      <pc:sldChg chg="addSp delSp modSp add replId">
        <pc:chgData name="Marcio Salmazo" userId="d3d2824c0cc732cd" providerId="Windows Live" clId="Web-{03E99660-C8B9-454B-AB25-62AE7CA87AE6}" dt="2023-06-21T13:50:30.012" v="445" actId="1076"/>
        <pc:sldMkLst>
          <pc:docMk/>
          <pc:sldMk cId="2238670969" sldId="279"/>
        </pc:sldMkLst>
        <pc:spChg chg="del">
          <ac:chgData name="Marcio Salmazo" userId="d3d2824c0cc732cd" providerId="Windows Live" clId="Web-{03E99660-C8B9-454B-AB25-62AE7CA87AE6}" dt="2023-06-21T13:45:20.659" v="408"/>
          <ac:spMkLst>
            <pc:docMk/>
            <pc:sldMk cId="2238670969" sldId="279"/>
            <ac:spMk id="124" creationId="{00000000-0000-0000-0000-000000000000}"/>
          </ac:spMkLst>
        </pc:spChg>
        <pc:spChg chg="mod">
          <ac:chgData name="Marcio Salmazo" userId="d3d2824c0cc732cd" providerId="Windows Live" clId="Web-{03E99660-C8B9-454B-AB25-62AE7CA87AE6}" dt="2023-06-21T13:45:24.753" v="409" actId="14100"/>
          <ac:spMkLst>
            <pc:docMk/>
            <pc:sldMk cId="2238670969" sldId="279"/>
            <ac:spMk id="125" creationId="{00000000-0000-0000-0000-000000000000}"/>
          </ac:spMkLst>
        </pc:spChg>
        <pc:picChg chg="del">
          <ac:chgData name="Marcio Salmazo" userId="d3d2824c0cc732cd" providerId="Windows Live" clId="Web-{03E99660-C8B9-454B-AB25-62AE7CA87AE6}" dt="2023-06-21T13:41:58.606" v="387"/>
          <ac:picMkLst>
            <pc:docMk/>
            <pc:sldMk cId="2238670969" sldId="279"/>
            <ac:picMk id="2" creationId="{B8FBC207-67FA-839F-E573-F7A0B3A27635}"/>
          </ac:picMkLst>
        </pc:picChg>
        <pc:picChg chg="add mod">
          <ac:chgData name="Marcio Salmazo" userId="d3d2824c0cc732cd" providerId="Windows Live" clId="Web-{03E99660-C8B9-454B-AB25-62AE7CA87AE6}" dt="2023-06-21T13:48:00.664" v="439" actId="1076"/>
          <ac:picMkLst>
            <pc:docMk/>
            <pc:sldMk cId="2238670969" sldId="279"/>
            <ac:picMk id="3" creationId="{D3BD881E-E69F-37EA-5207-6C39799F611A}"/>
          </ac:picMkLst>
        </pc:picChg>
        <pc:picChg chg="add mod">
          <ac:chgData name="Marcio Salmazo" userId="d3d2824c0cc732cd" providerId="Windows Live" clId="Web-{03E99660-C8B9-454B-AB25-62AE7CA87AE6}" dt="2023-06-21T13:47:33.616" v="435" actId="1076"/>
          <ac:picMkLst>
            <pc:docMk/>
            <pc:sldMk cId="2238670969" sldId="279"/>
            <ac:picMk id="4" creationId="{5CC06A65-E5A6-37A6-3616-F407F93C39ED}"/>
          </ac:picMkLst>
        </pc:picChg>
        <pc:picChg chg="add mod">
          <ac:chgData name="Marcio Salmazo" userId="d3d2824c0cc732cd" providerId="Windows Live" clId="Web-{03E99660-C8B9-454B-AB25-62AE7CA87AE6}" dt="2023-06-21T13:47:29.507" v="434" actId="14100"/>
          <ac:picMkLst>
            <pc:docMk/>
            <pc:sldMk cId="2238670969" sldId="279"/>
            <ac:picMk id="5" creationId="{8A3DBA52-4900-D036-21A9-63191932BE3E}"/>
          </ac:picMkLst>
        </pc:picChg>
        <pc:picChg chg="add del mod">
          <ac:chgData name="Marcio Salmazo" userId="d3d2824c0cc732cd" providerId="Windows Live" clId="Web-{03E99660-C8B9-454B-AB25-62AE7CA87AE6}" dt="2023-06-21T13:49:47.870" v="443"/>
          <ac:picMkLst>
            <pc:docMk/>
            <pc:sldMk cId="2238670969" sldId="279"/>
            <ac:picMk id="6" creationId="{4066C5A1-0BAA-6AD7-86C9-E1C8116BD325}"/>
          </ac:picMkLst>
        </pc:picChg>
        <pc:picChg chg="add mod">
          <ac:chgData name="Marcio Salmazo" userId="d3d2824c0cc732cd" providerId="Windows Live" clId="Web-{03E99660-C8B9-454B-AB25-62AE7CA87AE6}" dt="2023-06-21T13:50:30.012" v="445" actId="1076"/>
          <ac:picMkLst>
            <pc:docMk/>
            <pc:sldMk cId="2238670969" sldId="279"/>
            <ac:picMk id="7" creationId="{9102EA30-20C0-496B-9F52-8F24C7F177E1}"/>
          </ac:picMkLst>
        </pc:picChg>
      </pc:sldChg>
    </pc:docChg>
  </pc:docChgLst>
  <pc:docChgLst>
    <pc:chgData name="Marcio Salmazo" userId="d3d2824c0cc732cd" providerId="Windows Live" clId="Web-{31F978E7-EDA4-4DAA-BE61-9B7F8A7E1027}"/>
    <pc:docChg chg="modSld">
      <pc:chgData name="Marcio Salmazo" userId="d3d2824c0cc732cd" providerId="Windows Live" clId="Web-{31F978E7-EDA4-4DAA-BE61-9B7F8A7E1027}" dt="2023-06-21T19:55:03.336" v="242" actId="20577"/>
      <pc:docMkLst>
        <pc:docMk/>
      </pc:docMkLst>
      <pc:sldChg chg="modSp">
        <pc:chgData name="Marcio Salmazo" userId="d3d2824c0cc732cd" providerId="Windows Live" clId="Web-{31F978E7-EDA4-4DAA-BE61-9B7F8A7E1027}" dt="2023-06-21T19:54:21.647" v="232" actId="20577"/>
        <pc:sldMkLst>
          <pc:docMk/>
          <pc:sldMk cId="0" sldId="266"/>
        </pc:sldMkLst>
        <pc:spChg chg="mod">
          <ac:chgData name="Marcio Salmazo" userId="d3d2824c0cc732cd" providerId="Windows Live" clId="Web-{31F978E7-EDA4-4DAA-BE61-9B7F8A7E1027}" dt="2023-06-21T19:54:21.647" v="232" actId="20577"/>
          <ac:spMkLst>
            <pc:docMk/>
            <pc:sldMk cId="0" sldId="266"/>
            <ac:spMk id="133" creationId="{00000000-0000-0000-0000-000000000000}"/>
          </ac:spMkLst>
        </pc:spChg>
        <pc:picChg chg="mod">
          <ac:chgData name="Marcio Salmazo" userId="d3d2824c0cc732cd" providerId="Windows Live" clId="Web-{31F978E7-EDA4-4DAA-BE61-9B7F8A7E1027}" dt="2023-06-21T19:49:59.466" v="53" actId="1076"/>
          <ac:picMkLst>
            <pc:docMk/>
            <pc:sldMk cId="0" sldId="266"/>
            <ac:picMk id="2" creationId="{ABB8F3EF-95EA-C2DF-D300-1792BA882655}"/>
          </ac:picMkLst>
        </pc:picChg>
      </pc:sldChg>
      <pc:sldChg chg="modSp">
        <pc:chgData name="Marcio Salmazo" userId="d3d2824c0cc732cd" providerId="Windows Live" clId="Web-{31F978E7-EDA4-4DAA-BE61-9B7F8A7E1027}" dt="2023-06-21T19:55:03.336" v="242" actId="20577"/>
        <pc:sldMkLst>
          <pc:docMk/>
          <pc:sldMk cId="1112272653" sldId="276"/>
        </pc:sldMkLst>
        <pc:spChg chg="mod">
          <ac:chgData name="Marcio Salmazo" userId="d3d2824c0cc732cd" providerId="Windows Live" clId="Web-{31F978E7-EDA4-4DAA-BE61-9B7F8A7E1027}" dt="2023-06-21T19:55:03.336" v="242" actId="20577"/>
          <ac:spMkLst>
            <pc:docMk/>
            <pc:sldMk cId="1112272653" sldId="276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mover o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Clique para editar o formato de notas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13F3DF4-A608-45B8-B616-57F3B2E15707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F1291A-A513-4C0B-8FC0-8705EDECC5AE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Inteligência semelhante à humana capaz de solucionar problemas, capaz de armazenar conhecimento, aplicar o conhecimento armazenado para resolver problemas e adquirir mais conhecimento por meio dessa experiência. 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EEC15B-C3CC-450B-9AC0-525019FD6CCC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Inteligência semelhante à humana capaz de solucionar problemas, capaz de armazenar conhecimento, aplicar o conhecimento armazenado para resolver problemas e adquirir mais conhecimento por meio dessa experiência. 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12B919-ACFB-4AD9-9E86-3AFE8F5D5493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Inteligência semelhante à humana capaz de solucionar problemas, capaz de armazenar conhecimento, aplicar o conhecimento armazenado para resolver problemas e adquirir mais conhecimento por meio dessa experiência. 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12B919-ACFB-4AD9-9E86-3AFE8F5D5493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5129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4FF139A-6392-4895-8096-C9DD2939E6F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D3C4A82-56AF-4F43-BA4C-FD6D05225748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2E1D770-112C-45B3-A1CA-37297120C4CF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56D1F41-F101-40F1-96A7-4D71444ED1E1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1618F7-A422-46A8-9370-903D85D9106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1680" cy="681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A00EB5-461F-449A-8C74-250E5FC26BA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D2BD675-8EA6-4C63-85CC-73A9F5204D34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D8590D4-4153-4CD1-9D5B-F90D7187189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0EDB7D9-5033-4266-A19A-FB9CED8B2A2F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3B8547D-B2EB-4758-9097-367A6CB95F1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30DA19F-8606-4994-9C1F-AB26462C0184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22C74D3-AF6C-4A01-B57C-79F2E8C1189E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E65B74E-F5C4-4244-9FDE-878D4F86B6D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DB81BCC-34E9-46BC-A8E6-FEC6668DAA3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FC3A7B-4686-471D-B5A1-180A13707D3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930061D-6BD9-4477-8906-ACA6547F2A2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46A29BA-40BD-4B5E-8F32-BBD8DD23635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1680" cy="681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E91B727-56A2-4647-A25B-56654E7BEFD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A23AB7-8F46-4FA9-8058-A8E2AC0554E6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9BD9AAB-D9B5-4306-956B-C6029318F31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8998F21-9FAA-4787-8091-5A55243D79E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384D865-69D2-48ED-B284-F7915E96DB0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EFA6142-D4CA-4C81-B0C9-611F3E978862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56D15FF-1B81-481B-B1B4-DA45EB0E6968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EC714A-FB8A-4D92-8FCD-A6D5239DEE34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560BC8-B0F1-4BE1-86F6-51D4DB885C7C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75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</a:rPr>
              <a:t>APLICAÇÃO DE SERIOUS GAMES NO PROCESSO DE CONSCIENTIZAÇÃO </a:t>
            </a:r>
            <a:r>
              <a:rPr lang="pt-BR" sz="2800" spc="-1" dirty="0">
                <a:solidFill>
                  <a:srgbClr val="000000"/>
                </a:solidFill>
                <a:latin typeface="Calibri"/>
              </a:rPr>
              <a:t>PARA</a:t>
            </a:r>
            <a:r>
              <a:rPr lang="pt-BR" sz="2800" b="0" strike="noStrike" spc="-1" dirty="0">
                <a:solidFill>
                  <a:srgbClr val="000000"/>
                </a:solidFill>
                <a:latin typeface="Calibri"/>
              </a:rPr>
              <a:t> TRANSTORNOS PSICOLÓGICOS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827640" y="3978000"/>
            <a:ext cx="7488000" cy="24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0000"/>
                </a:solidFill>
                <a:latin typeface="Calibri"/>
              </a:rPr>
              <a:t>Aluno: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</a:rPr>
              <a:t> Marcio Salmazo Ramos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0000"/>
                </a:solidFill>
                <a:latin typeface="Calibri"/>
              </a:rPr>
              <a:t>Orientador: </a:t>
            </a:r>
            <a:r>
              <a:rPr lang="pt-BR" sz="2400" b="0" strike="noStrike" spc="-1" dirty="0" err="1">
                <a:solidFill>
                  <a:srgbClr val="000000"/>
                </a:solidFill>
                <a:latin typeface="Calibri"/>
              </a:rPr>
              <a:t>Profº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</a:rPr>
              <a:t> Me. Stefano Schwenck Borges Vale Vita 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tângulo 4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Imagem 7"/>
          <p:cNvPicPr/>
          <p:nvPr/>
        </p:nvPicPr>
        <p:blipFill>
          <a:blip r:embed="rId3"/>
          <a:srcRect l="10708" t="42126" r="46687" b="29331"/>
          <a:stretch/>
        </p:blipFill>
        <p:spPr>
          <a:xfrm>
            <a:off x="2771640" y="404640"/>
            <a:ext cx="3383640" cy="127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40464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SUMÁRIO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tângulo 3"/>
          <p:cNvSpPr/>
          <p:nvPr/>
        </p:nvSpPr>
        <p:spPr>
          <a:xfrm>
            <a:off x="0" y="655272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tângulo 4"/>
          <p:cNvSpPr/>
          <p:nvPr/>
        </p:nvSpPr>
        <p:spPr>
          <a:xfrm>
            <a:off x="6840" y="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tângulo 5"/>
          <p:cNvSpPr/>
          <p:nvPr/>
        </p:nvSpPr>
        <p:spPr>
          <a:xfrm>
            <a:off x="3176757" y="2186026"/>
            <a:ext cx="3422494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INTRODUÇÃO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JUSTIFICATIVA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OBJETIVO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REVISÃO BIBLIOGRÁFICA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buClr>
                <a:srgbClr val="002060"/>
              </a:buClr>
              <a:buAutoNum type="arabicPeriod"/>
            </a:pPr>
            <a:r>
              <a:rPr lang="pt-BR" sz="2000" spc="-1" dirty="0">
                <a:solidFill>
                  <a:srgbClr val="000000"/>
                </a:solidFill>
                <a:latin typeface="Calibri"/>
                <a:ea typeface="DejaVu Sans"/>
              </a:rPr>
              <a:t>TRABALHOS CORRELATOS</a:t>
            </a: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METODOLOGIA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RESULTADOS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DISCUSSÃO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CONCLUSÃO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14350" indent="-514350" algn="just">
              <a:lnSpc>
                <a:spcPct val="100000"/>
              </a:lnSpc>
              <a:buClr>
                <a:srgbClr val="002060"/>
              </a:buClr>
              <a:buFont typeface="Calibri"/>
              <a:buAutoNum type="arabicPeriod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TRABALHOS FUTUROS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3733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 dirty="0">
                <a:solidFill>
                  <a:srgbClr val="000000"/>
                </a:solidFill>
                <a:latin typeface="Calibri"/>
              </a:rPr>
              <a:t>INTRODUÇÃO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79650" y="2187388"/>
            <a:ext cx="4580092" cy="316906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42900" indent="-342900">
              <a:lnSpc>
                <a:spcPct val="115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Forte crescimento do acesso à internet no Brasil.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Novos </a:t>
            </a:r>
            <a:r>
              <a:rPr lang="pt-BR" sz="2000" spc="-1" dirty="0">
                <a:solidFill>
                  <a:srgbClr val="000000"/>
                </a:solidFill>
                <a:latin typeface="Calibri"/>
              </a:rPr>
              <a:t>i</a:t>
            </a: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mpactos na interação social.</a:t>
            </a:r>
            <a:endParaRPr lang="pt-BR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Calibri"/>
              </a:rPr>
              <a:t>Problemática de interações tóxicas.</a:t>
            </a:r>
            <a:endParaRPr lang="pt-BR" sz="2000" spc="-1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tabLst>
                <a:tab pos="0" algn="l"/>
              </a:tabLst>
            </a:pP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tângulo 3"/>
          <p:cNvSpPr/>
          <p:nvPr/>
        </p:nvSpPr>
        <p:spPr>
          <a:xfrm>
            <a:off x="0" y="655272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etângulo 4"/>
          <p:cNvSpPr/>
          <p:nvPr/>
        </p:nvSpPr>
        <p:spPr>
          <a:xfrm>
            <a:off x="6840" y="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A07B63E-E888-B71C-FCC5-59F3B9828664}"/>
              </a:ext>
            </a:extLst>
          </p:cNvPr>
          <p:cNvGrpSpPr/>
          <p:nvPr/>
        </p:nvGrpSpPr>
        <p:grpSpPr>
          <a:xfrm>
            <a:off x="5880846" y="2034987"/>
            <a:ext cx="2540737" cy="4259741"/>
            <a:chOff x="5813574" y="1530360"/>
            <a:chExt cx="2876951" cy="4818157"/>
          </a:xfrm>
        </p:grpSpPr>
        <p:pic>
          <p:nvPicPr>
            <p:cNvPr id="101" name="image1.jpeg"/>
            <p:cNvPicPr/>
            <p:nvPr/>
          </p:nvPicPr>
          <p:blipFill rotWithShape="1">
            <a:blip r:embed="rId2"/>
            <a:srcRect l="49728" t="31342" r="4903" b="8394"/>
            <a:stretch/>
          </p:blipFill>
          <p:spPr>
            <a:xfrm>
              <a:off x="5813574" y="3504367"/>
              <a:ext cx="2876951" cy="284415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0" name="image1.jpeg"/>
            <p:cNvPicPr/>
            <p:nvPr/>
          </p:nvPicPr>
          <p:blipFill rotWithShape="1">
            <a:blip r:embed="rId2"/>
            <a:srcRect t="1213" r="52457" b="62320"/>
            <a:stretch/>
          </p:blipFill>
          <p:spPr>
            <a:xfrm>
              <a:off x="5818019" y="1530360"/>
              <a:ext cx="2872506" cy="189864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2ADA44A-88C6-9353-6054-105106AF153E}"/>
              </a:ext>
            </a:extLst>
          </p:cNvPr>
          <p:cNvCxnSpPr/>
          <p:nvPr/>
        </p:nvCxnSpPr>
        <p:spPr>
          <a:xfrm>
            <a:off x="2716306" y="3083860"/>
            <a:ext cx="0" cy="91440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3391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JUSTIFICATIVA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tângulo 3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tângulo 4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65305" y="2129313"/>
            <a:ext cx="4656453" cy="360245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A Negligência social frente a questões psicológicas.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82650" lvl="1" indent="-3429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Courier New"/>
              <a:buChar char="o"/>
            </a:pPr>
            <a:r>
              <a:rPr lang="pt-BR" sz="1800" b="0" strike="noStrike" spc="-1" dirty="0">
                <a:solidFill>
                  <a:srgbClr val="000000"/>
                </a:solidFill>
                <a:latin typeface="Calibri"/>
              </a:rPr>
              <a:t>Menosprezo de enfermidades 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882650" lvl="1" indent="-3429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Courier New"/>
              <a:buChar char="o"/>
            </a:pPr>
            <a:r>
              <a:rPr lang="pt-BR" sz="1800" b="0" strike="noStrike" spc="-1" dirty="0">
                <a:solidFill>
                  <a:srgbClr val="000000"/>
                </a:solidFill>
                <a:latin typeface="Calibri"/>
              </a:rPr>
              <a:t>Falta de empatia e conhecimento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863600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A busca por uma nova forma de conscientização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82650" lvl="1" indent="-3429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Courier New"/>
              <a:buChar char="o"/>
              <a:tabLst>
                <a:tab pos="0" algn="l"/>
              </a:tabLst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Uso de </a:t>
            </a:r>
            <a:r>
              <a:rPr lang="pt-BR" sz="1800" spc="-1" dirty="0" err="1">
                <a:solidFill>
                  <a:srgbClr val="000000"/>
                </a:solidFill>
                <a:latin typeface="Calibri"/>
              </a:rPr>
              <a:t>serious</a:t>
            </a:r>
            <a:r>
              <a:rPr lang="pt-BR" sz="1800" spc="-1" dirty="0">
                <a:solidFill>
                  <a:srgbClr val="000000"/>
                </a:solidFill>
                <a:latin typeface="Calibri"/>
              </a:rPr>
              <a:t> games para uma conscientização mais imersiva.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111116A-0F39-BB71-0FE5-BDC5239E4549}"/>
              </a:ext>
            </a:extLst>
          </p:cNvPr>
          <p:cNvGrpSpPr/>
          <p:nvPr/>
        </p:nvGrpSpPr>
        <p:grpSpPr>
          <a:xfrm>
            <a:off x="5280212" y="1833461"/>
            <a:ext cx="3491042" cy="1204957"/>
            <a:chOff x="3489145" y="1765631"/>
            <a:chExt cx="3491042" cy="1204957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339AAEF-B721-CA8E-C365-4B1FDE47467F}"/>
                </a:ext>
              </a:extLst>
            </p:cNvPr>
            <p:cNvSpPr/>
            <p:nvPr/>
          </p:nvSpPr>
          <p:spPr>
            <a:xfrm>
              <a:off x="3489145" y="1765631"/>
              <a:ext cx="3491042" cy="12049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" name="Imagem 3" descr="Texto&#10;&#10;Descrição gerada automaticamente">
              <a:extLst>
                <a:ext uri="{FF2B5EF4-FFF2-40B4-BE49-F238E27FC236}">
                  <a16:creationId xmlns:a16="http://schemas.microsoft.com/office/drawing/2014/main" id="{29744F0E-045D-C721-1205-22C81C332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4436" y="1930799"/>
              <a:ext cx="3055342" cy="887666"/>
            </a:xfrm>
            <a:prstGeom prst="rect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02F5316-8913-4DB8-13DB-A94F12CABC57}"/>
              </a:ext>
            </a:extLst>
          </p:cNvPr>
          <p:cNvGrpSpPr/>
          <p:nvPr/>
        </p:nvGrpSpPr>
        <p:grpSpPr>
          <a:xfrm>
            <a:off x="5287653" y="3183212"/>
            <a:ext cx="3491042" cy="1517395"/>
            <a:chOff x="3496586" y="3115382"/>
            <a:chExt cx="3491042" cy="1517395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27C260D4-BBD7-3137-7B91-8DE8CF2DE677}"/>
                </a:ext>
              </a:extLst>
            </p:cNvPr>
            <p:cNvSpPr/>
            <p:nvPr/>
          </p:nvSpPr>
          <p:spPr>
            <a:xfrm>
              <a:off x="3496586" y="3115382"/>
              <a:ext cx="3491042" cy="151739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" name="Imagem 4">
              <a:extLst>
                <a:ext uri="{FF2B5EF4-FFF2-40B4-BE49-F238E27FC236}">
                  <a16:creationId xmlns:a16="http://schemas.microsoft.com/office/drawing/2014/main" id="{1D7B371C-014A-0039-D183-A6F3AF773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6995" y="3317312"/>
              <a:ext cx="3055342" cy="1113533"/>
            </a:xfrm>
            <a:prstGeom prst="rect">
              <a:avLst/>
            </a:prstGeom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3F1F439-C297-463C-D3BD-C7183401525C}"/>
              </a:ext>
            </a:extLst>
          </p:cNvPr>
          <p:cNvGrpSpPr/>
          <p:nvPr/>
        </p:nvGrpSpPr>
        <p:grpSpPr>
          <a:xfrm>
            <a:off x="5280212" y="4902537"/>
            <a:ext cx="3491042" cy="1270761"/>
            <a:chOff x="5477435" y="4870063"/>
            <a:chExt cx="3491042" cy="1270761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0F12429-7620-7014-733C-6B544581518A}"/>
                </a:ext>
              </a:extLst>
            </p:cNvPr>
            <p:cNvSpPr/>
            <p:nvPr/>
          </p:nvSpPr>
          <p:spPr>
            <a:xfrm>
              <a:off x="5477435" y="4870063"/>
              <a:ext cx="3491042" cy="12707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" name="Imagem 5" descr="Texto&#10;&#10;Descrição gerada automaticamente">
              <a:extLst>
                <a:ext uri="{FF2B5EF4-FFF2-40B4-BE49-F238E27FC236}">
                  <a16:creationId xmlns:a16="http://schemas.microsoft.com/office/drawing/2014/main" id="{F0FCD97B-864E-EDBF-F98C-8989ABC43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5285" y="5077558"/>
              <a:ext cx="3055342" cy="8757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598174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 dirty="0">
                <a:solidFill>
                  <a:srgbClr val="000000"/>
                </a:solidFill>
                <a:latin typeface="Calibri"/>
              </a:rPr>
              <a:t>OBJETIVO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774652" y="2424021"/>
            <a:ext cx="5593976" cy="159192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Geração de uma aplicação audiovisual interativa (jogo eletrônico) que busca simular os efeitos negativos do desgaste psicológico causado pelos padrões de comportamento no ambiente virtual.</a:t>
            </a:r>
          </a:p>
          <a:p>
            <a:pPr marL="342900" indent="-342900" algn="just">
              <a:lnSpc>
                <a:spcPct val="115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tângulo 3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tângulo 4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Imagem 7" descr="Ícone&#10;&#10;Descrição gerada automaticamente">
            <a:extLst>
              <a:ext uri="{FF2B5EF4-FFF2-40B4-BE49-F238E27FC236}">
                <a16:creationId xmlns:a16="http://schemas.microsoft.com/office/drawing/2014/main" id="{9102EA30-20C0-496B-9F52-8F24C7F1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29"/>
          <a:stretch>
            <a:fillRect/>
          </a:stretch>
        </p:blipFill>
        <p:spPr>
          <a:xfrm>
            <a:off x="3619354" y="4450911"/>
            <a:ext cx="1918251" cy="2074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EF867CF0-CD2D-4364-4A2B-DFA04673B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495" y="3212327"/>
            <a:ext cx="3822785" cy="3313033"/>
          </a:xfrm>
          <a:prstGeom prst="rect">
            <a:avLst/>
          </a:prstGeom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64040" y="757772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 dirty="0">
                <a:solidFill>
                  <a:srgbClr val="000000"/>
                </a:solidFill>
                <a:latin typeface="Calibri"/>
              </a:rPr>
              <a:t>FUNDAMENTAÇÃO</a:t>
            </a: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797858" y="2353264"/>
            <a:ext cx="4410635" cy="376550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57200" lvl="1" indent="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None/>
              <a:tabLst>
                <a:tab pos="0" algn="l"/>
              </a:tabLst>
            </a:pPr>
            <a:endParaRPr lang="pt-BR" sz="1800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  <a:tabLst>
                <a:tab pos="0" algn="l"/>
              </a:tabLst>
            </a:pPr>
            <a:r>
              <a:rPr lang="pt-BR" sz="2000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Impacto das interações virtuais no ambiente virtual.</a:t>
            </a: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  <a:tabLst>
                <a:tab pos="0" algn="l"/>
              </a:tabLst>
            </a:pPr>
            <a:endParaRPr lang="pt-BR" sz="2000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  <a:tabLst>
                <a:tab pos="0" algn="l"/>
              </a:tabLst>
            </a:pPr>
            <a:r>
              <a:rPr lang="pt-BR" sz="2000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Uso da psicoeducação como forma de conscientização.</a:t>
            </a: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  <a:tabLst>
                <a:tab pos="0" algn="l"/>
              </a:tabLst>
            </a:pPr>
            <a:endParaRPr lang="pt-BR" sz="200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Gill Sans"/>
            </a:endParaRP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strike="noStrike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Estudo do impacto da imersão. 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tângulo 8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tângulo 9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32544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TRABALHOS CORRELATOS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tângulo 16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tângulo 17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994743B-FAC5-B41B-E233-048F8794B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076" y="2357942"/>
            <a:ext cx="2557870" cy="3621657"/>
          </a:xfrm>
          <a:prstGeom prst="rect">
            <a:avLst/>
          </a:prstGeom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AB9232D3-09CD-786E-FB51-0A41E30AC3F7}"/>
              </a:ext>
            </a:extLst>
          </p:cNvPr>
          <p:cNvSpPr txBox="1">
            <a:spLocks/>
          </p:cNvSpPr>
          <p:nvPr/>
        </p:nvSpPr>
        <p:spPr>
          <a:xfrm>
            <a:off x="314007" y="2357942"/>
            <a:ext cx="5378581" cy="3489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200" i="1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Gill Sans"/>
              </a:rPr>
              <a:t>Neon Genesis </a:t>
            </a:r>
            <a:r>
              <a:rPr lang="pt-BR" sz="2200" i="1" spc="-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Gill Sans"/>
              </a:rPr>
              <a:t>Evangelion</a:t>
            </a:r>
            <a:r>
              <a:rPr lang="pt-BR" sz="2200" i="1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Gill Sans"/>
              </a:rPr>
              <a:t>:</a:t>
            </a:r>
            <a:endParaRPr lang="pt-BR" sz="2200" b="0" i="1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Gill Sans"/>
            </a:endParaRPr>
          </a:p>
          <a:p>
            <a:pPr marL="800100" lvl="1" indent="-3429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pt-BR" sz="160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Gill Sans"/>
            </a:endParaRPr>
          </a:p>
          <a:p>
            <a:pPr lvl="1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pt-BR" sz="1800" b="0" strike="noStrike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Gill Sans"/>
              </a:rPr>
              <a:t>Obra de animação japonesa reconhecida por abordar temas psicológicos, filosóficos e sociais.</a:t>
            </a:r>
            <a:endParaRPr lang="pt-BR" sz="180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Arial"/>
            </a:endParaRPr>
          </a:p>
          <a:p>
            <a:pPr lvl="2">
              <a:lnSpc>
                <a:spcPct val="100000"/>
              </a:lnSpc>
              <a:buClr>
                <a:srgbClr val="000000"/>
              </a:buClr>
              <a:buFont typeface="Courier New" panose="02070309020205020404" pitchFamily="49" charset="0"/>
              <a:buChar char="o"/>
              <a:tabLst>
                <a:tab pos="0" algn="l"/>
              </a:tabLst>
            </a:pPr>
            <a:endParaRPr lang="pt-BR" sz="1400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  <a:p>
            <a:pPr lvl="1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pt-BR" sz="1800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Permanece atemporal, por sua relação com as problemáticas atuais.</a:t>
            </a:r>
            <a:endParaRPr lang="pt-BR" sz="140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Aborda o tema de forma indireta, permitindo que o público fique imerso na narrativa.</a:t>
            </a:r>
            <a:endParaRPr lang="pt-BR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80000" y="751850"/>
            <a:ext cx="8820000" cy="555967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2000" strike="noStrike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d</a:t>
            </a:r>
            <a:r>
              <a:rPr lang="pt-BR" sz="2000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representação dos pensamentos associados ao narcisismo, e à depressão ocasionada por traumas (</a:t>
            </a:r>
            <a:r>
              <a:rPr lang="pt-BR" sz="2000" i="1" spc="-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Evangelion</a:t>
            </a:r>
            <a:r>
              <a:rPr lang="pt-BR" sz="2000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Episódio 22):  </a:t>
            </a:r>
            <a:endParaRPr lang="pt-BR" sz="200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pt-BR" sz="320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pt-BR" sz="240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  <a:p>
            <a:pPr marL="863600" lvl="1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863600" lvl="1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2900" indent="0">
              <a:lnSpc>
                <a:spcPct val="100000"/>
              </a:lnSpc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863600" lvl="1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742950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742950" indent="0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tângulo 16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tângulo 17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asuka-confronts-arael">
            <a:hlinkClick r:id="" action="ppaction://media"/>
            <a:extLst>
              <a:ext uri="{FF2B5EF4-FFF2-40B4-BE49-F238E27FC236}">
                <a16:creationId xmlns:a16="http://schemas.microsoft.com/office/drawing/2014/main" id="{F5EFDD60-625C-2CE3-7947-87C895D118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7902" y="1822075"/>
            <a:ext cx="6007475" cy="40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8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7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 dirty="0">
                <a:solidFill>
                  <a:srgbClr val="000000"/>
                </a:solidFill>
                <a:latin typeface="Calibri"/>
              </a:rPr>
              <a:t>METODOLOGIA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2072924" y="1816920"/>
            <a:ext cx="5011112" cy="470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Pesquisa descritiva e exploratória sobre psicologia e imersão.</a:t>
            </a:r>
          </a:p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pt-BR" sz="2000" spc="-1" dirty="0">
              <a:solidFill>
                <a:srgbClr val="000000"/>
              </a:solidFill>
              <a:latin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spc="-1" dirty="0">
                <a:solidFill>
                  <a:srgbClr val="000000"/>
                </a:solidFill>
                <a:latin typeface="Calibri"/>
              </a:rPr>
              <a:t>Análise técnica do potencial da imersão em processos de conscientização</a:t>
            </a:r>
          </a:p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pt-BR" sz="2000" spc="-1" dirty="0">
              <a:solidFill>
                <a:srgbClr val="000000"/>
              </a:solidFill>
              <a:latin typeface="Calibri"/>
            </a:endParaRPr>
          </a:p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spc="-1" dirty="0">
                <a:solidFill>
                  <a:srgbClr val="000000"/>
                </a:solidFill>
                <a:latin typeface="Calibri"/>
              </a:rPr>
              <a:t>Construção de um jogo por meio da </a:t>
            </a:r>
            <a:r>
              <a:rPr lang="pt-BR" sz="2000" i="1" spc="-1" dirty="0">
                <a:solidFill>
                  <a:srgbClr val="000000"/>
                </a:solidFill>
                <a:latin typeface="Calibri"/>
              </a:rPr>
              <a:t>engine</a:t>
            </a:r>
            <a:r>
              <a:rPr lang="pt-BR" sz="2000" spc="-1" dirty="0">
                <a:solidFill>
                  <a:srgbClr val="000000"/>
                </a:solidFill>
                <a:latin typeface="Calibri"/>
              </a:rPr>
              <a:t> ‘</a:t>
            </a:r>
            <a:r>
              <a:rPr lang="pt-BR" sz="2000" i="1" spc="-1" dirty="0" err="1">
                <a:solidFill>
                  <a:srgbClr val="000000"/>
                </a:solidFill>
                <a:latin typeface="Calibri"/>
              </a:rPr>
              <a:t>Clickteam</a:t>
            </a:r>
            <a:r>
              <a:rPr lang="pt-BR" sz="2000" i="1" spc="-1" dirty="0">
                <a:solidFill>
                  <a:srgbClr val="000000"/>
                </a:solidFill>
                <a:latin typeface="Calibri"/>
              </a:rPr>
              <a:t>-Fusion’</a:t>
            </a:r>
            <a:r>
              <a:rPr lang="pt-BR" sz="2000" spc="-1" dirty="0">
                <a:solidFill>
                  <a:srgbClr val="000000"/>
                </a:solidFill>
                <a:latin typeface="Calibri"/>
              </a:rPr>
              <a:t>.</a:t>
            </a: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pt-BR" sz="1800" spc="-1" dirty="0">
              <a:solidFill>
                <a:srgbClr val="000000"/>
              </a:solidFill>
              <a:latin typeface="Arial"/>
            </a:endParaRPr>
          </a:p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 dirty="0">
                <a:solidFill>
                  <a:srgbClr val="000000"/>
                </a:solidFill>
                <a:latin typeface="Arial"/>
              </a:rPr>
              <a:t>Coleta de dados relacionad</a:t>
            </a:r>
            <a:r>
              <a:rPr lang="pt-BR" sz="1800" spc="-1" dirty="0">
                <a:solidFill>
                  <a:srgbClr val="000000"/>
                </a:solidFill>
                <a:latin typeface="Arial"/>
              </a:rPr>
              <a:t>os à experiencia do jogador.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tângulo 3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etângulo 4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tângulo 18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etângulo 19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9636AC65-69FE-063F-1935-5855294B89CB}"/>
              </a:ext>
            </a:extLst>
          </p:cNvPr>
          <p:cNvSpPr txBox="1">
            <a:spLocks/>
          </p:cNvSpPr>
          <p:nvPr/>
        </p:nvSpPr>
        <p:spPr>
          <a:xfrm>
            <a:off x="552171" y="342006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pc="-1" dirty="0">
                <a:solidFill>
                  <a:srgbClr val="000000"/>
                </a:solidFill>
                <a:latin typeface="Calibri"/>
              </a:rPr>
              <a:t>RESULTADOS</a:t>
            </a:r>
            <a:endParaRPr lang="pt-BR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256766E-9546-DE59-45D0-C74226BC0EA1}"/>
              </a:ext>
            </a:extLst>
          </p:cNvPr>
          <p:cNvSpPr txBox="1">
            <a:spLocks/>
          </p:cNvSpPr>
          <p:nvPr/>
        </p:nvSpPr>
        <p:spPr>
          <a:xfrm>
            <a:off x="313764" y="1974317"/>
            <a:ext cx="6571130" cy="406101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spc="-1" dirty="0">
                <a:solidFill>
                  <a:srgbClr val="000000"/>
                </a:solidFill>
                <a:latin typeface="Calibri"/>
              </a:rPr>
              <a:t>Jogo desenvolvido: ‘</a:t>
            </a:r>
            <a:r>
              <a:rPr lang="pt-BR" sz="2000" i="1" spc="-1" dirty="0">
                <a:solidFill>
                  <a:srgbClr val="000000"/>
                </a:solidFill>
                <a:latin typeface="Calibri"/>
              </a:rPr>
              <a:t>Running </a:t>
            </a:r>
            <a:r>
              <a:rPr lang="pt-BR" sz="2000" i="1" spc="-1" dirty="0" err="1">
                <a:solidFill>
                  <a:srgbClr val="000000"/>
                </a:solidFill>
                <a:latin typeface="Calibri"/>
              </a:rPr>
              <a:t>the</a:t>
            </a:r>
            <a:r>
              <a:rPr lang="pt-BR" sz="2000" i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BR" sz="2000" i="1" spc="-1" dirty="0" err="1">
                <a:solidFill>
                  <a:srgbClr val="000000"/>
                </a:solidFill>
                <a:latin typeface="Calibri"/>
              </a:rPr>
              <a:t>Gauntlet</a:t>
            </a:r>
            <a:r>
              <a:rPr lang="pt-BR" sz="2000" spc="-1" dirty="0">
                <a:solidFill>
                  <a:srgbClr val="000000"/>
                </a:solidFill>
                <a:latin typeface="Calibri"/>
              </a:rPr>
              <a:t>’</a:t>
            </a: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O nome faz uma analogia da dor psicológica com o método de tortura ‘Corredor Polonês’.</a:t>
            </a:r>
          </a:p>
          <a:p>
            <a:pPr marL="864000" lvl="1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Jogo do gênero ‘terror’ com uma estética sombria, buscando ilustrar o vazio e falta de clareza decorrentes de uma depressão.</a:t>
            </a:r>
            <a:endParaRPr lang="pt-BR" sz="1800" spc="-1" dirty="0">
              <a:solidFill>
                <a:srgbClr val="000000"/>
              </a:solidFill>
              <a:latin typeface="Arial"/>
            </a:endParaRPr>
          </a:p>
          <a:p>
            <a:pPr marL="864000" lvl="1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A transmissão da mensagem é passada de forma indireta, por elementos visuais e narrativos.</a:t>
            </a:r>
            <a:endParaRPr lang="pt-BR" sz="1800" spc="-1" dirty="0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56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pt-BR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4800749-F86D-B0AE-235F-AF808841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300" y="3781425"/>
            <a:ext cx="1843070" cy="168658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F986227-D46D-B602-B2DD-D7560BCA7E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38"/>
          <a:stretch/>
        </p:blipFill>
        <p:spPr>
          <a:xfrm>
            <a:off x="7190300" y="2036228"/>
            <a:ext cx="1843070" cy="1670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360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RESULTADOS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tângulo 20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etângulo 21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100" b="0" strike="noStrike" spc="-1">
                <a:solidFill>
                  <a:schemeClr val="lt1"/>
                </a:solidFill>
                <a:latin typeface="Calibri"/>
                <a:ea typeface="DejaVu Sans"/>
              </a:rPr>
              <a:t>APLICAÇÃO DE SERIOUS GAMES NO PROCESSO DE CONSCIENTIZAÇÃO ACERCA DOS TRANSTORNOS PSICOLÓGICOS OCASIONADOS POR PADRÕES SOCIAIS CONTEMPORÂNEOS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B2A571-4B83-92C6-E078-B7E6A765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36" y="2463730"/>
            <a:ext cx="3431464" cy="192815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A065EBC-0FC4-AC19-07F9-86DF5D019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35" y="4458463"/>
            <a:ext cx="3431465" cy="19137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E5D4C3-3B98-EAB4-5A44-080B3C678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861" y="4458463"/>
            <a:ext cx="3431465" cy="191370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94ED85-515D-7FD9-2EBE-9CC610105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861" y="2462721"/>
            <a:ext cx="3431465" cy="1923577"/>
          </a:xfrm>
          <a:prstGeom prst="rect">
            <a:avLst/>
          </a:prstGeom>
        </p:spPr>
      </p:pic>
      <p:sp>
        <p:nvSpPr>
          <p:cNvPr id="2" name="PlaceHolder 2">
            <a:extLst>
              <a:ext uri="{FF2B5EF4-FFF2-40B4-BE49-F238E27FC236}">
                <a16:creationId xmlns:a16="http://schemas.microsoft.com/office/drawing/2014/main" id="{5136DB48-6184-9521-7438-23333C830130}"/>
              </a:ext>
            </a:extLst>
          </p:cNvPr>
          <p:cNvSpPr txBox="1">
            <a:spLocks/>
          </p:cNvSpPr>
          <p:nvPr/>
        </p:nvSpPr>
        <p:spPr>
          <a:xfrm>
            <a:off x="1140535" y="1971564"/>
            <a:ext cx="5023120" cy="4145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i="1" spc="-1" dirty="0" err="1">
                <a:solidFill>
                  <a:srgbClr val="000000"/>
                </a:solidFill>
                <a:latin typeface="Calibri"/>
              </a:rPr>
              <a:t>Screenshots</a:t>
            </a:r>
            <a:r>
              <a:rPr lang="pt-BR" sz="2000" i="1" spc="-1" dirty="0">
                <a:solidFill>
                  <a:srgbClr val="000000"/>
                </a:solidFill>
                <a:latin typeface="Calibri"/>
              </a:rPr>
              <a:t> do jogo desenvolvido:</a:t>
            </a:r>
            <a:endParaRPr lang="pt-BR" sz="2000" spc="-1" dirty="0">
              <a:solidFill>
                <a:srgbClr val="000000"/>
              </a:solidFill>
              <a:latin typeface="Calibri"/>
            </a:endParaRPr>
          </a:p>
          <a:p>
            <a:pPr indent="0" algn="just">
              <a:lnSpc>
                <a:spcPct val="100000"/>
              </a:lnSpc>
              <a:spcBef>
                <a:spcPts val="561"/>
              </a:spcBef>
              <a:buFont typeface="Arial" panose="020B0604020202020204" pitchFamily="34" charset="0"/>
              <a:buNone/>
            </a:pPr>
            <a:endParaRPr lang="pt-BR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68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360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RESULTADOS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025508" y="1798685"/>
            <a:ext cx="5023120" cy="4145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i="1" spc="-1" dirty="0" err="1">
                <a:solidFill>
                  <a:srgbClr val="000000"/>
                </a:solidFill>
                <a:latin typeface="Calibri"/>
              </a:rPr>
              <a:t>Video</a:t>
            </a:r>
            <a:r>
              <a:rPr lang="pt-BR" sz="2000" i="1" spc="-1" dirty="0">
                <a:solidFill>
                  <a:srgbClr val="000000"/>
                </a:solidFill>
                <a:latin typeface="Calibri"/>
              </a:rPr>
              <a:t> de Gameplay do jogo desenvolvido</a:t>
            </a:r>
            <a:endParaRPr lang="pt-BR" sz="2000" b="0" strike="noStrike" spc="-1" dirty="0">
              <a:solidFill>
                <a:srgbClr val="000000"/>
              </a:solidFill>
              <a:latin typeface="Calibri"/>
            </a:endParaRPr>
          </a:p>
          <a:p>
            <a:pPr indent="0" algn="just">
              <a:lnSpc>
                <a:spcPct val="100000"/>
              </a:lnSpc>
              <a:spcBef>
                <a:spcPts val="561"/>
              </a:spcBef>
              <a:buNone/>
            </a:pPr>
            <a:endParaRPr lang="pt-BR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tângulo 20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etângulo 21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100" b="0" strike="noStrike" spc="-1">
                <a:solidFill>
                  <a:schemeClr val="lt1"/>
                </a:solidFill>
                <a:latin typeface="Calibri"/>
                <a:ea typeface="DejaVu Sans"/>
              </a:rPr>
              <a:t>APLICAÇÃO DE SERIOUS GAMES NO PROCESSO DE CONSCIENTIZAÇÃO ACERCA DOS TRANSTORNOS PSICOLÓGICOS OCASIONADOS POR PADRÕES SOCIAIS CONTEMPORÂNEOS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2023-06-21 22-19-23">
            <a:hlinkClick r:id="" action="ppaction://media"/>
            <a:extLst>
              <a:ext uri="{FF2B5EF4-FFF2-40B4-BE49-F238E27FC236}">
                <a16:creationId xmlns:a16="http://schemas.microsoft.com/office/drawing/2014/main" id="{69408A9A-2E8D-118C-D013-1C55018C4A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5508" y="2332080"/>
            <a:ext cx="5663839" cy="318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3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9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 dirty="0">
                <a:solidFill>
                  <a:srgbClr val="000000"/>
                </a:solidFill>
                <a:latin typeface="Calibri"/>
              </a:rPr>
              <a:t>CONCLUSÃO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044987" y="1719000"/>
            <a:ext cx="7053305" cy="433595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Existem p</a:t>
            </a:r>
            <a:r>
              <a:rPr lang="pt-BR" sz="1800" b="0" strike="noStrike" spc="-1" dirty="0">
                <a:solidFill>
                  <a:srgbClr val="000000"/>
                </a:solidFill>
                <a:latin typeface="Calibri"/>
              </a:rPr>
              <a:t>oucas propostas de conscientização que se desvirtuam de um modelo exclusivamente didático.</a:t>
            </a:r>
          </a:p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800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presente projeto apresenta uma alternativa viável para os métodos convencionais conscientização</a:t>
            </a:r>
            <a:endParaRPr lang="pt-BR" sz="1800" b="0" strike="noStrike" spc="-1" dirty="0">
              <a:solidFill>
                <a:srgbClr val="000000"/>
              </a:solidFill>
              <a:latin typeface="Calibri"/>
            </a:endParaRPr>
          </a:p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O uso de recursos audiovisuais permite que o jogador se coloque na posição do protagonista, promovendo empatia.</a:t>
            </a:r>
            <a:endParaRPr lang="pt-BR" sz="1800" spc="-1" dirty="0">
              <a:solidFill>
                <a:srgbClr val="000000"/>
              </a:solidFill>
            </a:endParaRPr>
          </a:p>
          <a:p>
            <a:pPr marL="958950" lvl="1" indent="-28575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800" spc="-1" dirty="0">
                <a:solidFill>
                  <a:srgbClr val="000000"/>
                </a:solidFill>
                <a:latin typeface="Calibri"/>
              </a:rPr>
              <a:t>O uso do jogo como mecanismo de conscientização evidencia a gravidade de enfermidades psicológicas . </a:t>
            </a:r>
            <a:endParaRPr lang="pt-BR" sz="1800" spc="-1" dirty="0">
              <a:solidFill>
                <a:srgbClr val="000000"/>
              </a:solidFill>
            </a:endParaRPr>
          </a:p>
          <a:p>
            <a:pPr marL="558900" indent="-342900" algn="just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endParaRPr lang="pt-BR" sz="1800" spc="-1" dirty="0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pt-B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tângulo 3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tângulo 4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360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TRABALHOS FUTUROS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tângulo 3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m 2" descr="Ícone&#10;&#10;Descrição gerada automaticamente">
            <a:extLst>
              <a:ext uri="{FF2B5EF4-FFF2-40B4-BE49-F238E27FC236}">
                <a16:creationId xmlns:a16="http://schemas.microsoft.com/office/drawing/2014/main" id="{41BA707B-A398-77C9-AD46-9A795327F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65" t="13592" r="32608" b="16172"/>
          <a:stretch>
            <a:fillRect/>
          </a:stretch>
        </p:blipFill>
        <p:spPr>
          <a:xfrm>
            <a:off x="6418730" y="3569711"/>
            <a:ext cx="2510117" cy="2980176"/>
          </a:xfrm>
          <a:prstGeom prst="rect">
            <a:avLst/>
          </a:prstGeom>
        </p:spPr>
      </p:pic>
      <p:sp>
        <p:nvSpPr>
          <p:cNvPr id="163" name="Retângulo 4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100" b="0" strike="noStrike" spc="-1">
                <a:solidFill>
                  <a:schemeClr val="lt1"/>
                </a:solidFill>
                <a:latin typeface="Calibri"/>
                <a:ea typeface="DejaVu Sans"/>
              </a:rPr>
              <a:t>APLICAÇÃO DE SERIOUS GAMES NO PROCESSO DE CONSCIENTIZAÇÃO ACERCA DOS TRANSTORNOS PSICOLÓGICOS OCASIONADOS POR PADRÕES SOCIAIS CONTEMPORÂNEOS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1766432" y="1966719"/>
            <a:ext cx="5610415" cy="24912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Buscar a realização dos testes com público geral e a respectiva análise de dados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2000" b="0" strike="noStrike" spc="-1" dirty="0">
                <a:solidFill>
                  <a:srgbClr val="000000"/>
                </a:solidFill>
                <a:latin typeface="Calibri"/>
              </a:rPr>
              <a:t>Buscar novos métodos de imersão visual e narrativa, afim de tornar a experiência mais eficaz 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86160" y="2277261"/>
            <a:ext cx="7771680" cy="12222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6000" b="0" strike="noStrike" spc="-1" dirty="0">
                <a:solidFill>
                  <a:srgbClr val="000000"/>
                </a:solidFill>
                <a:latin typeface="Calibri"/>
              </a:rPr>
              <a:t>OBRIGADO!</a:t>
            </a:r>
            <a:endParaRPr lang="pt-BR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tângulo 3"/>
          <p:cNvSpPr/>
          <p:nvPr/>
        </p:nvSpPr>
        <p:spPr>
          <a:xfrm>
            <a:off x="0" y="6525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chemeClr val="lt1"/>
                </a:solidFill>
                <a:latin typeface="Calibri"/>
                <a:ea typeface="DejaVu Sans"/>
              </a:rPr>
              <a:t>Trabalho de Conclusão de Curso - Universidade de Uberaba 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tângulo 4"/>
          <p:cNvSpPr/>
          <p:nvPr/>
        </p:nvSpPr>
        <p:spPr>
          <a:xfrm>
            <a:off x="6840" y="-27360"/>
            <a:ext cx="9143280" cy="33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pt-BR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4635</TotalTime>
  <Words>710</Words>
  <Application>Microsoft Office PowerPoint</Application>
  <PresentationFormat>Apresentação na tela (4:3)</PresentationFormat>
  <Paragraphs>110</Paragraphs>
  <Slides>15</Slides>
  <Notes>4</Notes>
  <HiddenSlides>0</HiddenSlides>
  <MMClips>2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Arial</vt:lpstr>
      <vt:lpstr>Arial,Sans-Serif</vt:lpstr>
      <vt:lpstr>Calibri</vt:lpstr>
      <vt:lpstr>Courier New</vt:lpstr>
      <vt:lpstr>Symbol</vt:lpstr>
      <vt:lpstr>Times New Roman</vt:lpstr>
      <vt:lpstr>Wingdings</vt:lpstr>
      <vt:lpstr>Tema do Office</vt:lpstr>
      <vt:lpstr>Tema do Office</vt:lpstr>
      <vt:lpstr>APLICAÇÃO DE SERIOUS GAMES NO PROCESSO DE CONSCIENTIZAÇÃO PARA TRANSTORNOS PSICOLÓGICOS</vt:lpstr>
      <vt:lpstr>SUMÁRIO</vt:lpstr>
      <vt:lpstr>INTRODUÇÃO</vt:lpstr>
      <vt:lpstr>JUSTIFICATIVA</vt:lpstr>
      <vt:lpstr>OBJETIVO</vt:lpstr>
      <vt:lpstr>FUNDAMENTAÇÃO</vt:lpstr>
      <vt:lpstr>TRABALHOS CORRELATOS</vt:lpstr>
      <vt:lpstr>Apresentação do PowerPoint</vt:lpstr>
      <vt:lpstr>METODOLOGIA</vt:lpstr>
      <vt:lpstr>Apresentação do PowerPoint</vt:lpstr>
      <vt:lpstr>RESULTADOS</vt:lpstr>
      <vt:lpstr>RESULTADOS</vt:lpstr>
      <vt:lpstr>CONCLUSÃO</vt:lpstr>
      <vt:lpstr>TRABALHOS FUTUROS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&lt;TITULO DO TRABALHO&gt;</dc:title>
  <dc:subject/>
  <dc:creator>LUCIENE</dc:creator>
  <dc:description/>
  <cp:lastModifiedBy>Marcio Salmazo Ramos</cp:lastModifiedBy>
  <cp:revision>414</cp:revision>
  <dcterms:created xsi:type="dcterms:W3CDTF">2012-06-23T03:46:30Z</dcterms:created>
  <dcterms:modified xsi:type="dcterms:W3CDTF">2026-10-26T17:52:54Z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29</vt:i4>
  </property>
</Properties>
</file>